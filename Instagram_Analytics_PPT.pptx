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D9888-CD39-445E-A705-8A0EAB6DF68B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DBF38-18F0-4F57-A340-B8F20370F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1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E5EC7755-163C-4221-85DC-85121CFE7FD2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AFEDA3B-8E2B-4DCF-8311-4C66EEB2B69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2348879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 smtClean="0">
                <a:blipFill>
                  <a:blip r:embed="rId2"/>
                  <a:tile tx="0" ty="0" sx="100000" sy="100000" flip="none" algn="tl"/>
                </a:blipFill>
                <a:latin typeface="Cambria" pitchFamily="18" charset="0"/>
                <a:ea typeface="Cambria" pitchFamily="18" charset="0"/>
              </a:rPr>
              <a:t>Instagram</a:t>
            </a:r>
            <a:r>
              <a:rPr lang="en-US" sz="2400" i="1" dirty="0" smtClean="0">
                <a:blipFill>
                  <a:blip r:embed="rId2"/>
                  <a:tile tx="0" ty="0" sx="100000" sy="100000" flip="none" algn="tl"/>
                </a:blipFill>
                <a:latin typeface="Cambria" pitchFamily="18" charset="0"/>
                <a:ea typeface="Cambria" pitchFamily="18" charset="0"/>
              </a:rPr>
              <a:t> Analytics Dashboard Using SQL &amp; Power BI</a:t>
            </a:r>
            <a:endParaRPr lang="en-IN" sz="2400" i="1" dirty="0">
              <a:blipFill>
                <a:blip r:embed="rId2"/>
                <a:tile tx="0" ty="0" sx="100000" sy="100000" flip="none" algn="tl"/>
              </a:blip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7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5923" y="2636912"/>
            <a:ext cx="7416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latin typeface="Amiri Quran" pitchFamily="2" charset="-78"/>
                <a:cs typeface="Amiri Quran" pitchFamily="2" charset="-78"/>
              </a:rPr>
              <a:t>This project focuses on analyzing </a:t>
            </a:r>
            <a:r>
              <a:rPr lang="en-US" i="1" dirty="0" err="1" smtClean="0">
                <a:latin typeface="Amiri Quran" pitchFamily="2" charset="-78"/>
                <a:cs typeface="Amiri Quran" pitchFamily="2" charset="-78"/>
              </a:rPr>
              <a:t>Instagram</a:t>
            </a:r>
            <a:r>
              <a:rPr lang="en-US" i="1" dirty="0" smtClean="0">
                <a:latin typeface="Amiri Quran" pitchFamily="2" charset="-78"/>
                <a:cs typeface="Amiri Quran" pitchFamily="2" charset="-78"/>
              </a:rPr>
              <a:t> performance using SQL and Power BI.</a:t>
            </a:r>
            <a:br>
              <a:rPr lang="en-US" i="1" dirty="0" smtClean="0">
                <a:latin typeface="Amiri Quran" pitchFamily="2" charset="-78"/>
                <a:cs typeface="Amiri Quran" pitchFamily="2" charset="-78"/>
              </a:rPr>
            </a:br>
            <a:r>
              <a:rPr lang="en-US" i="1" dirty="0" smtClean="0">
                <a:latin typeface="Amiri Quran" pitchFamily="2" charset="-78"/>
                <a:cs typeface="Amiri Quran" pitchFamily="2" charset="-78"/>
              </a:rPr>
              <a:t>The goal is to understand how different content types, traffic sources, and posting patterns influence engagement, reach, impressions, and follower growth</a:t>
            </a:r>
            <a:endParaRPr lang="en-IN" b="1" i="1" dirty="0">
              <a:latin typeface="Amiri Quran" pitchFamily="2" charset="-78"/>
              <a:ea typeface="Cambria" pitchFamily="18" charset="0"/>
              <a:cs typeface="Amiri Quran" pitchFamily="2" charset="-78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9752" y="1052735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Project About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7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9752" y="1052735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Skills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72088" y="2420888"/>
            <a:ext cx="2664296" cy="159346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latin typeface="Amiri Quran" pitchFamily="2" charset="-78"/>
                <a:cs typeface="Amiri Quran" pitchFamily="2" charset="-78"/>
              </a:rPr>
              <a:t>Data loading, KPI calculation, analytical queries, and view creation</a:t>
            </a:r>
            <a:endParaRPr lang="en-IN" sz="1400" i="1" dirty="0">
              <a:latin typeface="Amiri Quran" pitchFamily="2" charset="-78"/>
              <a:cs typeface="Amiri Quran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54734" y="2420888"/>
            <a:ext cx="984564" cy="40011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MYSQL</a:t>
            </a:r>
            <a:endParaRPr lang="en-US" sz="2000" b="1" cap="none" spc="0" dirty="0">
              <a:ln w="11430">
                <a:noFill/>
              </a:ln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88024" y="2420888"/>
            <a:ext cx="2664296" cy="159346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i="1" dirty="0" smtClean="0">
                <a:latin typeface="Amiri Quran" pitchFamily="2" charset="-78"/>
                <a:cs typeface="Amiri Quran" pitchFamily="2" charset="-78"/>
              </a:rPr>
              <a:t>Dashboard development and visualization</a:t>
            </a:r>
            <a:endParaRPr lang="en-IN" sz="1400" i="1" dirty="0">
              <a:latin typeface="Amiri Quran" pitchFamily="2" charset="-78"/>
              <a:cs typeface="Amiri Quran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31710" y="2430419"/>
            <a:ext cx="11769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Power Bi</a:t>
            </a:r>
            <a:endParaRPr lang="en-US" sz="2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007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9752" y="1052735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KPI Development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60" y="2564904"/>
            <a:ext cx="1324160" cy="6130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7544" y="1988840"/>
            <a:ext cx="1584176" cy="4320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Total Likes</a:t>
            </a:r>
            <a:endParaRPr lang="en-IN" sz="1600" i="1" dirty="0">
              <a:latin typeface="Amiri Quran" pitchFamily="2" charset="-78"/>
              <a:cs typeface="Amiri Quran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95736" y="1988840"/>
            <a:ext cx="1560444" cy="4320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Total comments</a:t>
            </a:r>
            <a:endParaRPr lang="en-IN" sz="1600" i="1" dirty="0">
              <a:latin typeface="Amiri Quran" pitchFamily="2" charset="-78"/>
              <a:cs typeface="Amiri Quran" pitchFamily="2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610" y="2564904"/>
            <a:ext cx="1282696" cy="6527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51920" y="1988840"/>
            <a:ext cx="1512168" cy="4320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Total Shares</a:t>
            </a:r>
            <a:endParaRPr lang="en-IN" sz="1600" i="1" dirty="0">
              <a:latin typeface="Amiri Quran" pitchFamily="2" charset="-78"/>
              <a:cs typeface="Amiri Quran" pitchFamily="2" charset="-78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72" y="2562732"/>
            <a:ext cx="1133633" cy="61742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72100" y="1983769"/>
            <a:ext cx="1512168" cy="4320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Total Saves</a:t>
            </a:r>
            <a:endParaRPr lang="en-IN" sz="1600" i="1" dirty="0">
              <a:latin typeface="Amiri Quran" pitchFamily="2" charset="-78"/>
              <a:cs typeface="Amiri Quran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804" y="2571048"/>
            <a:ext cx="1390844" cy="60693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110908" y="1986609"/>
            <a:ext cx="1512168" cy="43204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Total </a:t>
            </a:r>
            <a:r>
              <a:rPr lang="en-US" sz="1600" i="1" dirty="0" err="1" smtClean="0">
                <a:latin typeface="Amiri Quran" pitchFamily="2" charset="-78"/>
                <a:cs typeface="Amiri Quran" pitchFamily="2" charset="-78"/>
              </a:rPr>
              <a:t>Hashtags</a:t>
            </a:r>
            <a:endParaRPr lang="en-US" sz="1600" i="1" dirty="0" smtClean="0">
              <a:latin typeface="Amiri Quran" pitchFamily="2" charset="-78"/>
              <a:cs typeface="Amiri Quran" pitchFamily="2" charset="-78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43" y="2562732"/>
            <a:ext cx="1309498" cy="60693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33" y="3573016"/>
            <a:ext cx="8270742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659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07418" y="1032450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Engagement analysis by Traffic source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132856"/>
            <a:ext cx="2975146" cy="223224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361567"/>
            <a:ext cx="2522537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712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07418" y="1032450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Follower growth analysis by day &amp; month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7" y="2636912"/>
            <a:ext cx="2095793" cy="213389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636912"/>
            <a:ext cx="4191000" cy="226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386802" y="1574033"/>
            <a:ext cx="334459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Days</a:t>
            </a:r>
            <a:endParaRPr lang="en-US" sz="30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569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07418" y="1032450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Follower growth analysis by day &amp; month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86802" y="1574033"/>
            <a:ext cx="334459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Month</a:t>
            </a:r>
            <a:endParaRPr lang="en-US" sz="30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18" y="2128031"/>
            <a:ext cx="2029108" cy="2962689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3" y="2636912"/>
            <a:ext cx="4752528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213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03648" y="1052736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Reach </a:t>
            </a:r>
            <a:r>
              <a:rPr lang="en-IN" sz="2400" b="1" dirty="0" err="1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vs</a:t>
            </a:r>
            <a:r>
              <a:rPr lang="en-IN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Impression analysis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86802" y="1574033"/>
            <a:ext cx="334459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Account Reach</a:t>
            </a:r>
            <a:endParaRPr lang="en-US" sz="30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128031"/>
            <a:ext cx="2503767" cy="3101169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446" y="2506662"/>
            <a:ext cx="37719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649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03648" y="1052736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Reach </a:t>
            </a:r>
            <a:r>
              <a:rPr lang="en-IN" sz="2400" b="1" dirty="0" err="1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vs</a:t>
            </a:r>
            <a:r>
              <a:rPr lang="en-IN" sz="2400" b="1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 Impression analysis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86802" y="1574033"/>
            <a:ext cx="412941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Account Impressions</a:t>
            </a:r>
            <a:endParaRPr lang="en-US" sz="30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171295"/>
            <a:ext cx="2664296" cy="306480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420888"/>
            <a:ext cx="3771900" cy="181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495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59632" y="617440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err="1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DashBoard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05678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67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470299"/>
            <a:ext cx="709903" cy="5824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47664" y="980728"/>
            <a:ext cx="5995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Business Recommendations</a:t>
            </a:r>
            <a:endParaRPr lang="en-IN" sz="2400" b="1" u="sng" dirty="0">
              <a:solidFill>
                <a:srgbClr val="C0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5190" y="1916832"/>
            <a:ext cx="7187209" cy="23391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Post mid-week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Thursday &amp; Wednesday give highest follower growth</a:t>
            </a:r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.</a:t>
            </a:r>
            <a:endParaRPr lang="en-US" sz="1600" i="1" dirty="0">
              <a:latin typeface="Amiri Quran" pitchFamily="2" charset="-78"/>
              <a:cs typeface="Amiri Quran" pitchFamily="2" charset="-78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Create more Reels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Reels + Video deliver top reach &amp; impressions</a:t>
            </a:r>
            <a:r>
              <a:rPr lang="en-US" sz="1600" i="1" dirty="0" smtClean="0">
                <a:latin typeface="Amiri Quran" pitchFamily="2" charset="-78"/>
                <a:cs typeface="Amiri Quran" pitchFamily="2" charset="-78"/>
              </a:rPr>
              <a:t>.</a:t>
            </a:r>
            <a:endParaRPr lang="en-US" sz="1600" i="1" dirty="0">
              <a:latin typeface="Amiri Quran" pitchFamily="2" charset="-78"/>
              <a:cs typeface="Amiri Quran" pitchFamily="2" charset="-78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Focus on Home Feed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Highest engagement; use strong thumbnails &amp; captions.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Use Carousel posts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Multi-slide content performs consistently well.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Optimize </a:t>
            </a:r>
            <a:r>
              <a:rPr lang="en-US" sz="1600" b="1" i="1" dirty="0" err="1">
                <a:latin typeface="Amiri Quran" pitchFamily="2" charset="-78"/>
                <a:cs typeface="Amiri Quran" pitchFamily="2" charset="-78"/>
              </a:rPr>
              <a:t>hashtags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Use 10–15 niche &amp; relevant tags.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Fix February dip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Increase posting frequency &amp; try new formats.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Boost Explore visibility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Use trending audio &amp; high-contrast visuals.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i="1" dirty="0">
                <a:latin typeface="Amiri Quran" pitchFamily="2" charset="-78"/>
                <a:cs typeface="Amiri Quran" pitchFamily="2" charset="-78"/>
              </a:rPr>
              <a:t>Improve profile conversion</a:t>
            </a:r>
            <a:r>
              <a:rPr lang="en-US" sz="1600" i="1" dirty="0">
                <a:latin typeface="Amiri Quran" pitchFamily="2" charset="-78"/>
                <a:cs typeface="Amiri Quran" pitchFamily="2" charset="-78"/>
              </a:rPr>
              <a:t> — Strong bio + highlight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584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87</TotalTime>
  <Words>182</Words>
  <Application>Microsoft Office PowerPoint</Application>
  <PresentationFormat>On-screen Show (4:3)</PresentationFormat>
  <Paragraphs>33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Waveform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10</cp:revision>
  <dcterms:created xsi:type="dcterms:W3CDTF">2025-11-29T05:59:14Z</dcterms:created>
  <dcterms:modified xsi:type="dcterms:W3CDTF">2025-11-29T07:31:05Z</dcterms:modified>
</cp:coreProperties>
</file>